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2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C2B2"/>
              </a:solidFill>
              <a:effectLst/>
            </c:spPr>
          </c:dPt>
          <c:dPt>
            <c:idx val="1"/>
            <c:bubble3D val="0"/>
            <c:spPr>
              <a:solidFill>
                <a:srgbClr val="F5A623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D1B2A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Training (80%)</c:v>
                </c:pt>
                <c:pt idx="1">
                  <c:v>Testing (20%)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80</c:v>
                </c:pt>
                <c:pt idx="1">
                  <c:v>20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Random Forest</c:v>
                </c:pt>
              </c:strCache>
            </c:strRef>
          </c:tx>
          <c:spPr>
            <a:solidFill>
              <a:srgbClr val="7F9BB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</c:v>
                </c:pt>
                <c:pt idx="1">
                  <c:v>79</c:v>
                </c:pt>
                <c:pt idx="2">
                  <c:v>81</c:v>
                </c:pt>
                <c:pt idx="3">
                  <c:v>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XGBoost</c:v>
                </c:pt>
              </c:strCache>
            </c:strRef>
          </c:tx>
          <c:spPr>
            <a:solidFill>
              <a:srgbClr val="00C2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Accuracy</c:v>
                  </c:pt>
                  <c:pt idx="1">
                    <c:v>Precision</c:v>
                  </c:pt>
                  <c:pt idx="2">
                    <c:v>Recall</c:v>
                  </c:pt>
                  <c:pt idx="3">
                    <c:v>F1 Score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91</c:v>
                </c:pt>
                <c:pt idx="1">
                  <c:v>89</c:v>
                </c:pt>
                <c:pt idx="2">
                  <c:v>90</c:v>
                </c:pt>
                <c:pt idx="3">
                  <c:v>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D5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43B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DD5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C2B2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F5A623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229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CLASSIFICATION SYSTEM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7772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vs Non-Tank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Using</a:t>
            </a:r>
            <a:endParaRPr lang="en-US" sz="3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 &amp; AI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457200" y="3749040"/>
            <a:ext cx="2286000" cy="36576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886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Training Report  |  Jan – May 2024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  •  Signal Processing  •  Full Stack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4592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682496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6824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Overview (EMF &amp; Seismic)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76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212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Noise Challenges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670048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67004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22960" y="2706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163824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1638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Signals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57600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657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2960" y="3694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Correlation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151376"/>
            <a:ext cx="384048" cy="32918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151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187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v1: Random Forest Classifier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54880" y="1188720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1887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12080" y="122529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v2: XGBoost – Higher Accuracy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1682496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168249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12080" y="171907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False Positives (Critical Requirement)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754880" y="2176272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2176272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212080" y="2212848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 (Tkinter)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4754880" y="2670048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5" name="Text 33"/>
          <p:cNvSpPr/>
          <p:nvPr/>
        </p:nvSpPr>
        <p:spPr>
          <a:xfrm>
            <a:off x="4754880" y="267004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212080" y="2706624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Buffer-Based Real-Time Prediction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754880" y="3163824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8" name="Text 36"/>
          <p:cNvSpPr/>
          <p:nvPr/>
        </p:nvSpPr>
        <p:spPr>
          <a:xfrm>
            <a:off x="4754880" y="3163824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12080" y="320040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Results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3657600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365760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12080" y="3694176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MERN Stack Side Project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4151376"/>
            <a:ext cx="384048" cy="329184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44" name="Text 42"/>
          <p:cNvSpPr/>
          <p:nvPr/>
        </p:nvSpPr>
        <p:spPr>
          <a:xfrm>
            <a:off x="4754880" y="4151376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212080" y="41879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Future Scope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43B55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Identify: Is the approaching vehicle a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or NOT?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2286000"/>
            <a:ext cx="2743200" cy="24688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2286000"/>
            <a:ext cx="2743200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2395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75488" y="283464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vehicles as Tank or Non-Tank using passive sensor signals — no visual camera required.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286000"/>
            <a:ext cx="2743200" cy="24688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2286000"/>
            <a:ext cx="2743200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1" name="Text 9"/>
          <p:cNvSpPr/>
          <p:nvPr/>
        </p:nvSpPr>
        <p:spPr>
          <a:xfrm>
            <a:off x="3355848" y="2395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Stakes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55848" y="283464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tank can be catastrophic. False positives (non-tank flagged as tank) are also operationally costly.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286000"/>
            <a:ext cx="2743200" cy="24688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2286000"/>
            <a:ext cx="2743200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2395728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Context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834640"/>
            <a:ext cx="25237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in field with no internet access. Must run completely offline on local hardware.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Data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60520" cy="5486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261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Electromagnetic Field (EMF) Data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variation in magnetic field intensity during vehicle movement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212848"/>
            <a:ext cx="3886200" cy="9601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9" name="Shape 7"/>
          <p:cNvSpPr/>
          <p:nvPr/>
        </p:nvSpPr>
        <p:spPr>
          <a:xfrm>
            <a:off x="411480" y="2212848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Wave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5786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of change of the differential wave. Derived signal.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11480" y="3291840"/>
            <a:ext cx="3886200" cy="960120"/>
          </a:xfrm>
          <a:prstGeom prst="rect">
            <a:avLst/>
          </a:prstGeom>
          <a:solidFill>
            <a:srgbClr val="EBF5FB"/>
          </a:solidFill>
          <a:ln/>
        </p:spPr>
      </p:sp>
      <p:sp>
        <p:nvSpPr>
          <p:cNvPr id="13" name="Shape 11"/>
          <p:cNvSpPr/>
          <p:nvPr/>
        </p:nvSpPr>
        <p:spPr>
          <a:xfrm>
            <a:off x="411480" y="329184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Wave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EMF caused by change in metal composition / presence.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709160" y="1188720"/>
            <a:ext cx="4160520" cy="3611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1188720"/>
            <a:ext cx="416052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261872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Seismic Data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16459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Measures ground vibration amplitude and frequency patterns from moving vehicle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46320" y="2212848"/>
            <a:ext cx="3886200" cy="96012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21" name="Shape 19"/>
          <p:cNvSpPr/>
          <p:nvPr/>
        </p:nvSpPr>
        <p:spPr>
          <a:xfrm>
            <a:off x="4846320" y="2212848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2" name="Text 20"/>
          <p:cNvSpPr/>
          <p:nvPr/>
        </p:nvSpPr>
        <p:spPr>
          <a:xfrm>
            <a:off x="4983480" y="22677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Vibration Amplitude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5786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Intensity of ground shaking — heavier vehicles produce stronger amplitude.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3886200" cy="960120"/>
          </a:xfrm>
          <a:prstGeom prst="rect">
            <a:avLst/>
          </a:prstGeom>
          <a:solidFill>
            <a:srgbClr val="FFF8EE"/>
          </a:solidFill>
          <a:ln/>
        </p:spPr>
      </p:sp>
      <p:sp>
        <p:nvSpPr>
          <p:cNvPr id="25" name="Shape 23"/>
          <p:cNvSpPr/>
          <p:nvPr/>
        </p:nvSpPr>
        <p:spPr>
          <a:xfrm>
            <a:off x="4846320" y="3291840"/>
            <a:ext cx="54864" cy="9601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34670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Pattern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6576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vehicles produce distinct frequency signatures (tanks vs trucks).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in dataset: Tanks • Military Trucks • Armored Personnel Carriers • Civilian Vehicles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Noise Challenges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3840480" cy="25603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" y="219456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Raw Signal Screenshot / Sample Data File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343400" y="1188720"/>
            <a:ext cx="4572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343400" y="1188720"/>
            <a:ext cx="54864" cy="804672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2435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Large Files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07992" y="15361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data file contains thousands of lines of raw sensor readings.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43400" y="2103120"/>
            <a:ext cx="4572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43400" y="2103120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2" name="Text 10"/>
          <p:cNvSpPr/>
          <p:nvPr/>
        </p:nvSpPr>
        <p:spPr>
          <a:xfrm>
            <a:off x="4507992" y="21579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Noisy Signal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07992" y="24505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EMF &amp; seismic signals carry significant environmental noise.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43400" y="3017520"/>
            <a:ext cx="4572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343400" y="3017520"/>
            <a:ext cx="54864" cy="804672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6" name="Text 14"/>
          <p:cNvSpPr/>
          <p:nvPr/>
        </p:nvSpPr>
        <p:spPr>
          <a:xfrm>
            <a:off x="4507992" y="30723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🗂️ Mixed Vehicles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07992" y="33649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spans tanks, trucks, armored vehicles — imbalanced classes.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931920"/>
            <a:ext cx="45720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3931920"/>
            <a:ext cx="54864" cy="80467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4507992" y="398678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🕒 Timestamps &amp; Metadata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07992" y="42793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contain start/end datetime, session headers, and irrelevant metadata.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signals could NOT be used directly — preprocessing was essential.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PREPROCESSING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4114800" cy="1828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64008" cy="1828800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Metadata Headers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start/end timestamps, session IDs, and file-level metadata not part of the signal.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926080"/>
            <a:ext cx="4114800" cy="1828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926080"/>
            <a:ext cx="64008" cy="1828800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0292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Irrelevant Lines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39136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blank rows, comment lines, and non-numeric entries from the raw data files.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1005840"/>
            <a:ext cx="4114800" cy="1828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1005840"/>
            <a:ext cx="64008" cy="1828800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111556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157276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Segmentation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46320" y="199339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the long time series into meaningful windows representing one vehicle pass-by.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926080"/>
            <a:ext cx="4114800" cy="1828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2926080"/>
            <a:ext cx="64008" cy="1828800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3035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913632"/>
            <a:ext cx="3749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signal values to consistent range across sensors and vehicle files for fair comparison.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Extraction from Signals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78992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feeding raw sensor data directly into the model, statistical features are extracted from each signal. This reduces noise and provides meaningful, compact representations of vehicle behavior.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874520"/>
            <a:ext cx="1627632" cy="1188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874520"/>
            <a:ext cx="1627632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7" name="Text 5"/>
          <p:cNvSpPr/>
          <p:nvPr/>
        </p:nvSpPr>
        <p:spPr>
          <a:xfrm>
            <a:off x="356616" y="2002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56616" y="2404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signal level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11680" y="1874520"/>
            <a:ext cx="1627632" cy="1188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11680" y="1874520"/>
            <a:ext cx="1627632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1" name="Text 9"/>
          <p:cNvSpPr/>
          <p:nvPr/>
        </p:nvSpPr>
        <p:spPr>
          <a:xfrm>
            <a:off x="2093976" y="2002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Std. Dev.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93976" y="2404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/ variability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49040" y="1874520"/>
            <a:ext cx="1627632" cy="1188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749040" y="1874520"/>
            <a:ext cx="1627632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5" name="Text 13"/>
          <p:cNvSpPr/>
          <p:nvPr/>
        </p:nvSpPr>
        <p:spPr>
          <a:xfrm>
            <a:off x="3831336" y="2002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831336" y="2404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Mean Square energy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0" y="1874520"/>
            <a:ext cx="1627632" cy="1188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0" y="1874520"/>
            <a:ext cx="1627632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9" name="Text 17"/>
          <p:cNvSpPr/>
          <p:nvPr/>
        </p:nvSpPr>
        <p:spPr>
          <a:xfrm>
            <a:off x="5568696" y="2002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68696" y="2404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power over window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223760" y="1874520"/>
            <a:ext cx="1627632" cy="1188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223760" y="1874520"/>
            <a:ext cx="1627632" cy="64008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23" name="Text 21"/>
          <p:cNvSpPr/>
          <p:nvPr/>
        </p:nvSpPr>
        <p:spPr>
          <a:xfrm>
            <a:off x="7306056" y="200253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Count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06056" y="240487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peaks detected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1627632" cy="118872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3200400"/>
            <a:ext cx="162763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56616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dispersion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011680" y="3200400"/>
            <a:ext cx="1627632" cy="118872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011680" y="3200400"/>
            <a:ext cx="162763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1" name="Text 29"/>
          <p:cNvSpPr/>
          <p:nvPr/>
        </p:nvSpPr>
        <p:spPr>
          <a:xfrm>
            <a:off x="2093976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Kurtosis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93976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 heaviness of distribution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749040" y="3200400"/>
            <a:ext cx="1627632" cy="118872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749040" y="3200400"/>
            <a:ext cx="162763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5" name="Text 33"/>
          <p:cNvSpPr/>
          <p:nvPr/>
        </p:nvSpPr>
        <p:spPr>
          <a:xfrm>
            <a:off x="3831336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Peak-to-RMS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831336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Crest factor ratio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486400" y="3200400"/>
            <a:ext cx="1627632" cy="118872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0" y="3200400"/>
            <a:ext cx="162763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39" name="Text 37"/>
          <p:cNvSpPr/>
          <p:nvPr/>
        </p:nvSpPr>
        <p:spPr>
          <a:xfrm>
            <a:off x="5568696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68696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signal value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7223760" y="3200400"/>
            <a:ext cx="1627632" cy="118872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223760" y="3200400"/>
            <a:ext cx="1627632" cy="6400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43" name="Text 41"/>
          <p:cNvSpPr/>
          <p:nvPr/>
        </p:nvSpPr>
        <p:spPr>
          <a:xfrm>
            <a:off x="7306056" y="33284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306056" y="3730752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signal value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extracted per signal: Absolute EMF  •  Differential EMF  •  Seismic  →  combined feature vector per file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 &amp; Correlation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78992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modeling, visualizations were created to understand signal patterns and identify inter-feature correlations.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600200"/>
            <a:ext cx="4114800" cy="228600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Signal Waveform / Time-series Plot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600200"/>
            <a:ext cx="4114800" cy="228600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4754880" y="2468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Correlation Heatmap / Feature Distribution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005072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Time-series plots for EMF Absolute, Differential &amp; Seismic signals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Feature distribution histograms per vehicle class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Correlation matrix to identify redundant features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Scatter plots: Tank vs Non-Tank clusters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v1  ·  RANDOM FOREST CLASSIFIER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Learning for Vehicle Classification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5029200" cy="34747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325880"/>
            <a:ext cx="64008" cy="3474720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173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Random Forest Works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Builds multiple decision trees on random subsets of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tree votes on the classification outcome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Majority vote determines the final prediction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Reduces overfitting by averaging multiple trees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Handles noisy features well — ideal for sensor data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577840" y="1325880"/>
            <a:ext cx="3291840" cy="16002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41732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5577840" y="1783080"/>
          <a:ext cx="329184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 in the Model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2743200" cy="438912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EMF Features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47472" y="1682496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Deviation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450592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2871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" y="3218688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255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Peak-to-RMS Ratio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639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Kurtosis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/ Max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88720"/>
            <a:ext cx="2743200" cy="438912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Text 19"/>
          <p:cNvSpPr/>
          <p:nvPr/>
        </p:nvSpPr>
        <p:spPr>
          <a:xfrm>
            <a:off x="3291840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EMF Features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73552" y="1682496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3756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Deviation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73552" y="2450592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333756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37560" y="2871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73552" y="3218688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29" name="Text 27"/>
          <p:cNvSpPr/>
          <p:nvPr/>
        </p:nvSpPr>
        <p:spPr>
          <a:xfrm>
            <a:off x="3337560" y="3255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Peak-to-RMS Ratio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37560" y="3639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Kurtosis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73552" y="3986784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2" name="Text 30"/>
          <p:cNvSpPr/>
          <p:nvPr/>
        </p:nvSpPr>
        <p:spPr>
          <a:xfrm>
            <a:off x="333756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337560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/ Max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1188720"/>
            <a:ext cx="274320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26480" y="1188720"/>
            <a:ext cx="2743200" cy="438912"/>
          </a:xfrm>
          <a:prstGeom prst="rect">
            <a:avLst/>
          </a:prstGeom>
          <a:solidFill>
            <a:srgbClr val="5B9BD5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225296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Seismic Features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6199632" y="1682496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38" name="Text 36"/>
          <p:cNvSpPr/>
          <p:nvPr/>
        </p:nvSpPr>
        <p:spPr>
          <a:xfrm>
            <a:off x="6263640" y="17190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Mean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21031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Standard Deviation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99632" y="2450592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41" name="Text 39"/>
          <p:cNvSpPr/>
          <p:nvPr/>
        </p:nvSpPr>
        <p:spPr>
          <a:xfrm>
            <a:off x="6263640" y="248716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RMS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263640" y="287121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Energy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99632" y="3218688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44" name="Text 42"/>
          <p:cNvSpPr/>
          <p:nvPr/>
        </p:nvSpPr>
        <p:spPr>
          <a:xfrm>
            <a:off x="6263640" y="3255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Peak Count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6263640" y="36393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Kurtosis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99632" y="3986784"/>
            <a:ext cx="2596896" cy="347472"/>
          </a:xfrm>
          <a:prstGeom prst="rect">
            <a:avLst/>
          </a:prstGeom>
          <a:solidFill>
            <a:srgbClr val="F0F6FA"/>
          </a:solidFill>
          <a:ln/>
        </p:spPr>
      </p:sp>
      <p:sp>
        <p:nvSpPr>
          <p:cNvPr id="47" name="Text 45"/>
          <p:cNvSpPr/>
          <p:nvPr/>
        </p:nvSpPr>
        <p:spPr>
          <a:xfrm>
            <a:off x="6263640" y="4023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Variance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263640" y="440740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Min / Max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features per sample = 8 features × 3 signal types = 24 feature dimensions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v2  ·  XGBOOST CLASSIFIER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Accuracy Through Gradient Boosting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417320"/>
            <a:ext cx="4114800" cy="1417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41732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27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476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trees sequentially — each tree corrects errors of the previous 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63440" y="1417320"/>
            <a:ext cx="4114800" cy="1417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41732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1527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Regularization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19476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L1/L2 regularization prevents overfitting on limited sensor data.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14800" cy="1417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3127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547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for speed with parallel tree construction.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3017520"/>
            <a:ext cx="4114800" cy="1417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3017520"/>
            <a:ext cx="64008" cy="141732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31272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46320" y="3547872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clear ranking of which features matter most for classification.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00C2B2">
              <a:alpha val="85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411480" y="4681728"/>
            <a:ext cx="8321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XGBoost outperformed Random Forest in classification accuracy on the vehicle dataset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False Positives — Critical Requirement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8595360" cy="731520"/>
          </a:xfrm>
          <a:prstGeom prst="rect">
            <a:avLst/>
          </a:prstGeom>
          <a:solidFill>
            <a:srgbClr val="FFF3E0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6187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Team Requirement: We can miss a non-tank (false negative) — but we CANNOT predict a non-tank vehicle as a TANK. That would be catastrophic in the field.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74320" y="2148840"/>
            <a:ext cx="4206240" cy="105156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 (TP)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84048" y="26243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correctly identified as tank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2148840"/>
            <a:ext cx="4206240" cy="1051560"/>
          </a:xfrm>
          <a:prstGeom prst="rect">
            <a:avLst/>
          </a:prstGeom>
          <a:solidFill>
            <a:srgbClr val="D4EDDA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22402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 (TN)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18888" y="262432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7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Non-tank correctly identified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4206240" cy="1051560"/>
          </a:xfrm>
          <a:prstGeom prst="rect">
            <a:avLst/>
          </a:prstGeom>
          <a:solidFill>
            <a:srgbClr val="FFF3CD"/>
          </a:solidFill>
          <a:ln/>
        </p:spPr>
      </p:sp>
      <p:sp>
        <p:nvSpPr>
          <p:cNvPr id="13" name="Text 11"/>
          <p:cNvSpPr/>
          <p:nvPr/>
        </p:nvSpPr>
        <p:spPr>
          <a:xfrm>
            <a:off x="384048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 (FN)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84048" y="38587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564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 missed — less critical but still undesirable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09160" y="3383280"/>
            <a:ext cx="4206240" cy="1051560"/>
          </a:xfrm>
          <a:prstGeom prst="rect">
            <a:avLst/>
          </a:prstGeom>
          <a:solidFill>
            <a:srgbClr val="F8D7DA"/>
          </a:solidFill>
          <a:ln/>
        </p:spPr>
      </p:sp>
      <p:sp>
        <p:nvSpPr>
          <p:cNvPr id="16" name="Text 14"/>
          <p:cNvSpPr/>
          <p:nvPr/>
        </p:nvSpPr>
        <p:spPr>
          <a:xfrm>
            <a:off x="4818888" y="3474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 (FP)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18888" y="3858768"/>
            <a:ext cx="3931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42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Non-tank predicted as Tank — CRITICAL FAILURE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 Tuned classification threshold and used Precision-focused optimization to minimize false positives.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Application — Tkinter GUI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078992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the field deployment has NO internet access, a fully offline desktop application was built using Python Tkinter.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74320" y="1664208"/>
            <a:ext cx="5029200" cy="30175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274320" y="2898648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Tkinter App Screenshot (Main Window)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664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Features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77840" y="2084832"/>
            <a:ext cx="32918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Load sensor data files via file picker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Run prediction on selected file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Display result: TANK or NON-TANK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Show confidence score / probability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internet or port connection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Works fully offline on local machine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 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Output &amp; Results Display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4114800" cy="34747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32004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Prediction Output Screenshot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(TANK / NON-TANK Result)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09160" y="1280160"/>
            <a:ext cx="4114800" cy="34747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09160" y="27432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Data Visualization Window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(Signal Graph / Feature Chart)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9" name="Text 7"/>
          <p:cNvSpPr/>
          <p:nvPr/>
        </p:nvSpPr>
        <p:spPr>
          <a:xfrm>
            <a:off x="411480" y="4846320"/>
            <a:ext cx="8321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displays classification result with confidence score after processing the loaded sensor file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Buffer-Based Real-Time Prediction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111556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Introduced Later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20040" y="148132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 wanted predictions on live/streaming data — not waiting for a complete file. A sliding buffer approach was implemented.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65760" y="2194560"/>
            <a:ext cx="1463040" cy="1005840"/>
          </a:xfrm>
          <a:prstGeom prst="rect">
            <a:avLst/>
          </a:prstGeom>
          <a:solidFill>
            <a:srgbClr val="00C2B2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194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2624328"/>
            <a:ext cx="274320" cy="54864"/>
          </a:xfrm>
          <a:prstGeom prst="rect">
            <a:avLst/>
          </a:prstGeom>
          <a:solidFill>
            <a:srgbClr val="7F9BB3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24871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103120" y="2194560"/>
            <a:ext cx="1463040" cy="100584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103120" y="2194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566160" y="2624328"/>
            <a:ext cx="274320" cy="54864"/>
          </a:xfrm>
          <a:prstGeom prst="rect">
            <a:avLst/>
          </a:prstGeom>
          <a:solidFill>
            <a:srgbClr val="7F9BB3"/>
          </a:solidFill>
          <a:ln/>
        </p:spPr>
      </p:sp>
      <p:sp>
        <p:nvSpPr>
          <p:cNvPr id="13" name="Text 11"/>
          <p:cNvSpPr/>
          <p:nvPr/>
        </p:nvSpPr>
        <p:spPr>
          <a:xfrm>
            <a:off x="3566160" y="24871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40480" y="2194560"/>
            <a:ext cx="1463040" cy="1005840"/>
          </a:xfrm>
          <a:prstGeom prst="rect">
            <a:avLst/>
          </a:prstGeom>
          <a:solidFill>
            <a:srgbClr val="243B5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840480" y="2194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303520" y="2624328"/>
            <a:ext cx="274320" cy="54864"/>
          </a:xfrm>
          <a:prstGeom prst="rect">
            <a:avLst/>
          </a:prstGeom>
          <a:solidFill>
            <a:srgbClr val="7F9BB3"/>
          </a:solidFill>
          <a:ln/>
        </p:spPr>
      </p:sp>
      <p:sp>
        <p:nvSpPr>
          <p:cNvPr id="17" name="Text 15"/>
          <p:cNvSpPr/>
          <p:nvPr/>
        </p:nvSpPr>
        <p:spPr>
          <a:xfrm>
            <a:off x="5303520" y="24871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577840" y="2194560"/>
            <a:ext cx="1463040" cy="1005840"/>
          </a:xfrm>
          <a:prstGeom prst="rect">
            <a:avLst/>
          </a:prstGeom>
          <a:solidFill>
            <a:srgbClr val="F5A623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577840" y="2194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40880" y="2624328"/>
            <a:ext cx="274320" cy="54864"/>
          </a:xfrm>
          <a:prstGeom prst="rect">
            <a:avLst/>
          </a:prstGeom>
          <a:solidFill>
            <a:srgbClr val="7F9BB3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2487168"/>
            <a:ext cx="274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7315200" y="2194560"/>
            <a:ext cx="1463040" cy="1005840"/>
          </a:xfrm>
          <a:prstGeom prst="rect">
            <a:avLst/>
          </a:prstGeom>
          <a:solidFill>
            <a:srgbClr val="27A7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315200" y="21945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" y="342900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29768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Sliding Window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783080" y="34747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small buffer of recent sensor readings is maintained in memory at all times.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09160" y="342900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18888" y="34747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Continuous Prediction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34747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new data arrives, features are extracted from the buffer and classified instantly.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411480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29768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🗑️ Memory Efficient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783080" y="41605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fixed-size frame is kept — old data is dropped, reducing memory footprint.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4114800"/>
            <a:ext cx="42062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818888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No Full File Needed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72200" y="4160520"/>
            <a:ext cx="26334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 happens on partial data, enabling near real-time decision making.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&amp; RESULTS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196596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1005840"/>
            <a:ext cx="1965960" cy="5486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~XX%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correct predictions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68880" y="1005840"/>
            <a:ext cx="196596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468880" y="1005840"/>
            <a:ext cx="1965960" cy="5486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0" name="Text 8"/>
          <p:cNvSpPr/>
          <p:nvPr/>
        </p:nvSpPr>
        <p:spPr>
          <a:xfrm>
            <a:off x="246888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~XX%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46888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 correctly identified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617720" y="1005840"/>
            <a:ext cx="196596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17720" y="1005840"/>
            <a:ext cx="1965960" cy="54864"/>
          </a:xfrm>
          <a:prstGeom prst="rect">
            <a:avLst/>
          </a:prstGeom>
          <a:solidFill>
            <a:srgbClr val="00C2B2"/>
          </a:solidFill>
          <a:ln/>
        </p:spPr>
      </p:sp>
      <p:sp>
        <p:nvSpPr>
          <p:cNvPr id="15" name="Text 13"/>
          <p:cNvSpPr/>
          <p:nvPr/>
        </p:nvSpPr>
        <p:spPr>
          <a:xfrm>
            <a:off x="461772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~XX%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61772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1772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Tanks correctly flagged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65960" cy="13716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65960" cy="54864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14300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~X.XX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766560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766560" y="20848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balance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24688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(Replace XX values with actual scores from your model output)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320040" y="2834640"/>
          <a:ext cx="850392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Visualizations — Graphs &amp;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21031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27432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EMF Signal Plot (Absolute Wave)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188720"/>
            <a:ext cx="4114800" cy="210312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754880" y="19659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Seismic Signal Plot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3429000"/>
            <a:ext cx="4114800" cy="150876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274320" y="39090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Feature Importance Chart (XGBoost)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3429000"/>
            <a:ext cx="4114800" cy="150876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4754880" y="39090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Confusion Matrix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PROJECT  ·  MERN STACK APPLICATION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7132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Learning — New Tech Stack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965960" cy="2560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41248" y="1481328"/>
            <a:ext cx="914400" cy="914400"/>
          </a:xfrm>
          <a:prstGeom prst="ellipse">
            <a:avLst/>
          </a:prstGeom>
          <a:solidFill>
            <a:srgbClr val="00C2B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320040" y="25420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26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NoSQL database for storing sensor records &amp; predictions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325880"/>
            <a:ext cx="1965960" cy="2560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990088" y="1481328"/>
            <a:ext cx="914400" cy="914400"/>
          </a:xfrm>
          <a:prstGeom prst="ellipse">
            <a:avLst/>
          </a:prstGeom>
          <a:solidFill>
            <a:srgbClr val="00C2B2"/>
          </a:solidFill>
          <a:ln/>
        </p:spPr>
      </p:sp>
      <p:sp>
        <p:nvSpPr>
          <p:cNvPr id="11" name="Text 9"/>
          <p:cNvSpPr/>
          <p:nvPr/>
        </p:nvSpPr>
        <p:spPr>
          <a:xfrm>
            <a:off x="299008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2468880" y="25420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2926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REST API server for data endpoints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17720" y="1325880"/>
            <a:ext cx="1965960" cy="2560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138928" y="1481328"/>
            <a:ext cx="914400" cy="914400"/>
          </a:xfrm>
          <a:prstGeom prst="ellipse">
            <a:avLst/>
          </a:prstGeom>
          <a:solidFill>
            <a:srgbClr val="00C2B2"/>
          </a:solidFill>
          <a:ln/>
        </p:spPr>
      </p:sp>
      <p:sp>
        <p:nvSpPr>
          <p:cNvPr id="16" name="Text 14"/>
          <p:cNvSpPr/>
          <p:nvPr/>
        </p:nvSpPr>
        <p:spPr>
          <a:xfrm>
            <a:off x="513892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4617720" y="25420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2926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showing dashboards and results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66560" y="1325880"/>
            <a:ext cx="1965960" cy="256032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287768" y="1481328"/>
            <a:ext cx="914400" cy="914400"/>
          </a:xfrm>
          <a:prstGeom prst="ellipse">
            <a:avLst/>
          </a:prstGeom>
          <a:solidFill>
            <a:srgbClr val="00C2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87768" y="1481328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766560" y="2542032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292608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environment powering the backend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4005072"/>
            <a:ext cx="8503920" cy="914400"/>
          </a:xfrm>
          <a:prstGeom prst="rect">
            <a:avLst/>
          </a:prstGeom>
          <a:solidFill>
            <a:srgbClr val="D6E8F5"/>
          </a:solidFill>
          <a:ln w="19050">
            <a:solidFill>
              <a:srgbClr val="00C2B2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" y="4187952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 Paste: MERN App Screenshot / Architecture Diagram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Skills Acquired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41605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6" name="Text 4"/>
          <p:cNvSpPr/>
          <p:nvPr/>
        </p:nvSpPr>
        <p:spPr>
          <a:xfrm>
            <a:off x="384048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Processing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6459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EMF &amp; Seismic data understanding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Statistical feature extraction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Noise reduction strategies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18872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188720"/>
            <a:ext cx="4160520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0" name="Text 8"/>
          <p:cNvSpPr/>
          <p:nvPr/>
        </p:nvSpPr>
        <p:spPr>
          <a:xfrm>
            <a:off x="4818888" y="124358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8888" y="164592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Random Forest classifier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XGBoost gradient boosting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Model evaluation &amp; tuning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Threshold optimization for FP reduction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4160520" cy="384048"/>
          </a:xfrm>
          <a:prstGeom prst="rect">
            <a:avLst/>
          </a:prstGeom>
          <a:solidFill>
            <a:srgbClr val="1A2E45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84048" y="3566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Python Tkinter GUI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Buffer / streaming data systems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Offline ML application 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108960"/>
            <a:ext cx="4160520" cy="1783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108960"/>
            <a:ext cx="4160520" cy="384048"/>
          </a:xfrm>
          <a:prstGeom prst="rect">
            <a:avLst/>
          </a:prstGeom>
          <a:solidFill>
            <a:srgbClr val="243B55"/>
          </a:solidFill>
          <a:ln/>
        </p:spPr>
      </p:sp>
      <p:sp>
        <p:nvSpPr>
          <p:cNvPr id="18" name="Text 16"/>
          <p:cNvSpPr/>
          <p:nvPr/>
        </p:nvSpPr>
        <p:spPr>
          <a:xfrm>
            <a:off x="4818888" y="316382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8888" y="3566160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MERN stack (MongoDB, Express, React, Node)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 API design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Frontend dashboards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00C2B2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F5A623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FUTURE SCOPE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201168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89611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2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Was Achieved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298448"/>
            <a:ext cx="81381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Successfully classified Tank vs Non-Tank using EMF + Seismic sensor fusion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XGBoost model with higher accuracy, minimizing false positives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Developed offline Tkinter desktop app for field deployment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Implemented buffer-based real-time prediction pipeline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Built MERN stack side project — learned full-stack development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2971800"/>
            <a:ext cx="8503920" cy="1828800"/>
          </a:xfrm>
          <a:prstGeom prst="rect">
            <a:avLst/>
          </a:prstGeom>
          <a:solidFill>
            <a:srgbClr val="1A2E45"/>
          </a:solidFill>
          <a:ln/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304495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Scope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" y="3438144"/>
            <a:ext cx="8138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Integrate real-time port/socket-based data transfer for live sensor input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Explore deep learning (LSTM / CNN) for sequential signal classification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Expand dataset to include more vehicle types and environmental conditions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DD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Optimize model for edge deployment on embedded hardware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7F9B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actively working on the project and continuing to learn AI/ML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Classification System – Jan to May Training</dc:title>
  <dc:subject>PptxGenJS Presentation</dc:subject>
  <dc:creator>PptxGenJS</dc:creator>
  <cp:lastModifiedBy>PptxGenJS</cp:lastModifiedBy>
  <cp:revision>1</cp:revision>
  <dcterms:created xsi:type="dcterms:W3CDTF">2026-05-30T10:13:10Z</dcterms:created>
  <dcterms:modified xsi:type="dcterms:W3CDTF">2026-05-30T10:13:10Z</dcterms:modified>
</cp:coreProperties>
</file>