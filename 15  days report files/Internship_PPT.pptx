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48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48640"/>
            <a:ext cx="73152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6-Month Internship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Full Stack Dev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journey from seismic data to deep learning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640080"/>
            <a:ext cx="2743200" cy="1188720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7132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2743200" cy="1188720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0" y="21762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943600" y="2761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566160"/>
            <a:ext cx="2743200" cy="1188720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363931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943600" y="4224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Topics Mastered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1B2A"/>
                </a:solidFill>
              </a:rPr>
              <a:t>INTERNSHIP REVIEW 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INTERNSHIP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Months  •  3 Major Phases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950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D1B2A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Tandav 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Seismic analysis &amp; tank detection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Understand Tandav seismic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25968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Reduce spikes in 3 wave types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Dataset: Tank vs Non-Tank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34381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XGBoost model (87% accuracy)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38587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Tkinter offline desktop 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7432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743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950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D1B2A"/>
                </a:solidFill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1298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Fundamentals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→ supervised → ensemble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1762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Python, NumPy, Pandas, EDA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25968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Supervised: Regression, KNN, SVM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Feature Eng: Lasso, Ridge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34381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Ensemble: Bagging, Boosting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8587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Mini project: Loan Approval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743200" cy="320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950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D1B2A"/>
                </a:solidFill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298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ANN, PyTorch, neural networks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36208" y="217627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Unsupervised: K-Means, DBSCAN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36208" y="25968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Hierarchical &amp; Dendrogram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Perceptron &amp; ANN theory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34381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PyTorch: Loss, ReLU, Epoch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36208" y="38587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ANN implementation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572000"/>
            <a:ext cx="8595360" cy="438912"/>
          </a:xfrm>
          <a:prstGeom prst="rect">
            <a:avLst/>
          </a:prstGeom>
          <a:solidFill>
            <a:srgbClr val="E8F4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Parallel Track: MERN Stack development + TypeScript for college project throughout the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 ·  TANDAV PROJECT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Seismic, Differential &amp; Absolute wave data with unwanted spikes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20116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 to distinguish TANK vs NON-TANK vehicles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20116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871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Python detection code was inefficient &amp; needed optimization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66744"/>
            <a:ext cx="20116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6210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Required offline desktop app (no internet dependency)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1A2D42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Built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3258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XGBoost ML model trained on 3-wave dataset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673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Tkinter desktop app — runs fully offline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20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Feature engineering: RMS, spike reduction methods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1920240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3017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66344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2834640"/>
            <a:ext cx="2103120" cy="1920240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Algorithm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B703"/>
                </a:solidFill>
              </a:rPr>
              <a:t>Gradient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FB703"/>
                </a:solidFill>
              </a:rPr>
              <a:t>Boosting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 ·  ML FUNDAMENTALS LEARNED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2918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2A"/>
                </a:solidFill>
              </a:rPr>
              <a:t>Data &amp; Tools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Python · NumPy · Pandas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636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EDA &amp; Data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Jupyter Lab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219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Matplotlib · Seaborn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1480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859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2A"/>
                </a:solidFill>
              </a:rPr>
              <a:t>Supervised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Linear/Logistic Regression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5636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KNN · Naive Bayes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8928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SVM · Decision Tree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2219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Pre/Post Pruning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E07C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114800" cy="329184"/>
          </a:xfrm>
          <a:prstGeom prst="rect">
            <a:avLst/>
          </a:prstGeom>
          <a:solidFill>
            <a:srgbClr val="E07C24"/>
          </a:solidFill>
          <a:ln w="12700">
            <a:solidFill>
              <a:srgbClr val="E07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962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2A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Lasso · Ridge Regression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66674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Normalization &amp; Scaling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9959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Cross Validation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251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Gradient Descent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926080"/>
            <a:ext cx="4114800" cy="32918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2962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2A"/>
                </a:solidFill>
              </a:rPr>
              <a:t>Ensemble Methods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33756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Bagging · Boosting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66674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Random Forest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39959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AdaBoost · XGBoost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43251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Gradient Boosting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📂  Mini Projects: Loan Approval Prediction  ·  Gini Index &amp; Entropy studies  ·  Clustering experiments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 ·  UNSUPERVISED  &amp;  DEEP LEARNING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114800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03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Clustering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5234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724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Dendrogram visualization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438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 algorithm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804672"/>
            <a:ext cx="4114800" cy="4114800"/>
          </a:xfrm>
          <a:prstGeom prst="rect">
            <a:avLst/>
          </a:prstGeom>
          <a:solidFill>
            <a:srgbClr val="1A2D42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8503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325880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5780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Perceptron &amp; Neural Networks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1965960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57800" y="1938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 framework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606040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57800" y="2578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Functions · ReLU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246120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5780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· Epoch · Iteration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886200"/>
            <a:ext cx="201168" cy="20116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57800" y="3858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 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PARALLEL TRACK  ·  FULL STACK &amp; DEV TOOLS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4008" cy="1828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MERN Stack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MongoDB · Express.js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React.js · Node.js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College project from scratch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REST API development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3178C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64008" cy="182880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178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353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Type-safe JavaScript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Interfaces &amp; Generics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1975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Used in MERN project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286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Improved code quality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41148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Tools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456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Jupyter Lab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767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Scikit-Learn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078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Matplotlib + Seaborn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NumPy + Pandas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926080"/>
            <a:ext cx="64008" cy="182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 Dev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3456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Tkinter desktop GUI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767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Offline ML inference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078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File upload &amp; prediction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389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Production-ready tool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ACHIEVEMENTS &amp;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261872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77824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600200" y="932688"/>
            <a:ext cx="4572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9144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XGBoost Tank Detection Accuracy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3736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and trained model on seismic/differential/absolute wave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261872"/>
          </a:xfrm>
          <a:prstGeom prst="rect">
            <a:avLst/>
          </a:prstGeom>
          <a:solidFill>
            <a:srgbClr val="1A2D42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877824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6035040" y="932688"/>
            <a:ext cx="45720" cy="1005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9144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Production Desktop App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offline Tkinter app deployable without internet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114800" cy="1261872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295144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600200" y="2350008"/>
            <a:ext cx="4572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37360" y="2331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Wave Types Processed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37360" y="2743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Seismic, Differential &amp; Absolute — spike/noise reduction applied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240280"/>
            <a:ext cx="4114800" cy="1261872"/>
          </a:xfrm>
          <a:prstGeom prst="rect">
            <a:avLst/>
          </a:prstGeom>
          <a:solidFill>
            <a:srgbClr val="1A2D42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295144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15+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035040" y="2350008"/>
            <a:ext cx="45720" cy="1005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2331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ML Algorithms Studied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2743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linear regression to deep neural networks (ANN)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114800" cy="1261872"/>
          </a:xfrm>
          <a:prstGeom prst="rect">
            <a:avLst/>
          </a:prstGeom>
          <a:solidFill>
            <a:srgbClr val="1A2D4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712464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1600200" y="3767328"/>
            <a:ext cx="4572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37360" y="3749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Tech Stacks Mastered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737360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pipeline + MERN full-stack simultaneously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114800" cy="1261872"/>
          </a:xfrm>
          <a:prstGeom prst="rect">
            <a:avLst/>
          </a:prstGeom>
          <a:solidFill>
            <a:srgbClr val="1A2D42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3712464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6035040" y="3767328"/>
            <a:ext cx="45720" cy="1005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37490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Code Optimization Project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172200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Refactored pure Python tank detection using RMS and feature extraction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 PROGRESSION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1069848"/>
            <a:ext cx="256032" cy="256032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" y="7498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Month 1–2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" y="1463040"/>
            <a:ext cx="164592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" y="1517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Tandav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3472" y="106984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7498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Month 2–3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1463040"/>
            <a:ext cx="164592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1517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Supervised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07992" y="1069848"/>
            <a:ext cx="256032" cy="256032"/>
          </a:xfrm>
          <a:prstGeom prst="ellipse">
            <a:avLst/>
          </a:prstGeom>
          <a:solidFill>
            <a:srgbClr val="00CFB5"/>
          </a:solidFill>
          <a:ln w="12700">
            <a:solidFill>
              <a:srgbClr val="00C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94760" y="7498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Month 3–4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1463040"/>
            <a:ext cx="1645920" cy="731520"/>
          </a:xfrm>
          <a:prstGeom prst="rect">
            <a:avLst/>
          </a:prstGeom>
          <a:solidFill>
            <a:srgbClr val="00CFB5"/>
          </a:solidFill>
          <a:ln w="12700">
            <a:solidFill>
              <a:srgbClr val="00CF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0" y="1517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Ensemble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82512" y="1069848"/>
            <a:ext cx="256032" cy="25603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7498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Month 4–5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15000" y="1463040"/>
            <a:ext cx="1645920" cy="7315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0" y="1517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Unsupervised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57032" y="1069848"/>
            <a:ext cx="256032" cy="256032"/>
          </a:xfrm>
          <a:prstGeom prst="ellipse">
            <a:avLst/>
          </a:prstGeom>
          <a:solidFill>
            <a:srgbClr val="E07C24"/>
          </a:solidFill>
          <a:ln w="12700">
            <a:solidFill>
              <a:srgbClr val="E07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43800" y="7498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Month 5–6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1463040"/>
            <a:ext cx="1645920" cy="731520"/>
          </a:xfrm>
          <a:prstGeom prst="rect">
            <a:avLst/>
          </a:prstGeom>
          <a:solidFill>
            <a:srgbClr val="E07C24"/>
          </a:solidFill>
          <a:ln w="12700">
            <a:solidFill>
              <a:srgbClr val="E07C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9520" y="15179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377440"/>
            <a:ext cx="8229600" cy="73152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2258568"/>
            <a:ext cx="256032" cy="256032"/>
          </a:xfrm>
          <a:prstGeom prst="ellipse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03920" y="2258568"/>
            <a:ext cx="256032" cy="256032"/>
          </a:xfrm>
          <a:prstGeom prst="ellipse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0" y="2514600"/>
            <a:ext cx="4572000" cy="502920"/>
          </a:xfrm>
          <a:prstGeom prst="rect">
            <a:avLst/>
          </a:prstGeom>
          <a:solidFill>
            <a:srgbClr val="1A2D42"/>
          </a:solidFill>
          <a:ln w="12700">
            <a:solidFill>
              <a:srgbClr val="3178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77440" y="25694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178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 MERN Stack + TypeScript  (College Project — Parallel Track)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154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 Confidence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584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&amp; NumPy/Pandas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9000" y="3584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████████████████████░░░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5844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</a:rPr>
              <a:t>88%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Algorithms (Sklearn)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29000" y="38587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██████████████████░░░░░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8587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</a:rPr>
              <a:t>80%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133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 (PyTorch)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29000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████████████████░░░░░░░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4133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</a:rPr>
              <a:t>70%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407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Visualization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29000" y="4407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██████████████████████░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4407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</a:rPr>
              <a:t>92%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681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MERN / TypeScript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429000" y="4681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</a:rPr>
              <a:t>██████████████░░░░░░░░░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46817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</a:rPr>
              <a:t>65%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this opportunity to grow.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116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 real production ML system (Tandav)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0116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Mastered 15+ algorithms end-to-end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20116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Delivered offline desktop app with 87%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201168" cy="2011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749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Grew into AI/ML + Full Stack simultaneously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57200"/>
            <a:ext cx="27432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548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2070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7432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6mo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2670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Duration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383280"/>
            <a:ext cx="274320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34747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126480" y="4133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Stacks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1B2A"/>
                </a:solidFill>
              </a:rPr>
              <a:t>INTERNSHIP PRESENTATION 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684</Words>
  <Application>Microsoft Office PowerPoint</Application>
  <PresentationFormat>On-screen Show (16:9)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6-Month Internship – Machine Learning &amp; Full Stack</dc:title>
  <dc:subject>PptxGenJS Presentation</dc:subject>
  <dc:creator>PptxGenJS</dc:creator>
  <cp:lastModifiedBy>AccelorInterns26</cp:lastModifiedBy>
  <cp:revision>2</cp:revision>
  <dcterms:created xsi:type="dcterms:W3CDTF">2026-05-30T05:07:13Z</dcterms:created>
  <dcterms:modified xsi:type="dcterms:W3CDTF">2026-05-30T05:16:24Z</dcterms:modified>
</cp:coreProperties>
</file>